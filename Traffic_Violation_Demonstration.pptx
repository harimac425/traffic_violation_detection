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21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Traffic Violation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Breakdown &amp; Architecture Overivew</a:t>
            </a:r>
          </a:p>
          <a:p>
            <a:r>
              <a:t>Model: YOLO11x + Cognitive LLM Brain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EA38D-BB35-5B89-9BFA-013D7EF2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78" y="1063557"/>
            <a:ext cx="8130294" cy="439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Object Detection Engine (YOLO11x)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Model: YOLO11x (Extra Large) for high-precision vehicle/person tracking.</a:t>
            </a:r>
          </a:p>
          <a:p>
            <a:r>
              <a:t>Specialized Models: YOLOv8 Nano for real-time Helmet and Plate classification.</a:t>
            </a:r>
          </a:p>
          <a:p>
            <a:r>
              <a:t>Hardware Acceleration: Optimized for NVIDIA RTX GPUs using CUDA cores.</a:t>
            </a:r>
          </a:p>
          <a:p>
            <a:r>
              <a:t>Dynamic ROI: focuses computing power only on active motion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Cognitive Reasoning (LLM Brain)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Model: Gemini 2.0 Flash (or OpenAI GPT-4o).</a:t>
            </a:r>
          </a:p>
          <a:p>
            <a:r>
              <a:t>Purpose: Secondary verification layer to eliminate false positives.</a:t>
            </a:r>
          </a:p>
          <a:p>
            <a:r>
              <a:t>AI Voting: Multi-frame analysis ensures 99% accuracy on human pose/helmet status.</a:t>
            </a:r>
          </a:p>
          <a:p>
            <a:r>
              <a:t>Feedback: Provides Cyan-colored visual verification in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Intelligent Detection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No-Helmet: ROI-based head analysis using spatial containment.</a:t>
            </a:r>
          </a:p>
          <a:p>
            <a:r>
              <a:t>Excess Riding: Person-centric counting logic (Detects 3+ riders).</a:t>
            </a:r>
          </a:p>
          <a:p>
            <a:r>
              <a:t>Red Signal: Computer Vision color segmentation + Stop-line gating.</a:t>
            </a:r>
          </a:p>
          <a:p>
            <a:r>
              <a:t>Phone Usage: MediaPipe Pose estimation + YOLO object association.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Storage &amp; Real-Time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Storage: SQLite Industrial Database (v3.0) with Evidence Linkage.</a:t>
            </a:r>
          </a:p>
          <a:p>
            <a:r>
              <a:t>Dashboard: 'Premium Glass Slate' UI based on PyQt5.</a:t>
            </a:r>
          </a:p>
          <a:p>
            <a:r>
              <a:t>Export: One-click CSV/PDF reports for legal enforcement.</a:t>
            </a:r>
          </a:p>
          <a:p>
            <a:r>
              <a:t>Scalability: Designed for multi-stream urban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System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Real-time CCTV / High-res Video stream.</a:t>
            </a:r>
          </a:p>
          <a:p>
            <a:r>
              <a:t>Process: YOLO Detection -&gt; SORT Tracking -&gt; Logic Layer.</a:t>
            </a:r>
          </a:p>
          <a:p>
            <a:r>
              <a:t>Verify: Cognitive LLM Brain adjudication.</a:t>
            </a:r>
          </a:p>
          <a:p>
            <a:r>
              <a:t>Action: Final Database Entry &amp; Operator Alert.</a:t>
            </a:r>
          </a:p>
        </p:txBody>
      </p:sp>
      <p:pic>
        <p:nvPicPr>
          <p:cNvPr id="4" name="Picture 3" descr="system_architecture_diagram_17732330647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AI-Driven Traffic Violation Detection</vt:lpstr>
      <vt:lpstr>PowerPoint Presentation</vt:lpstr>
      <vt:lpstr>1. Object Detection Engine (YOLO11x)</vt:lpstr>
      <vt:lpstr>2. Cognitive Reasoning (LLM Brain)</vt:lpstr>
      <vt:lpstr>3. Intelligent Detection Features</vt:lpstr>
      <vt:lpstr>4. Data Storage &amp; Real-Time Dashboard</vt:lpstr>
      <vt:lpstr>5. System Data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Monish _</cp:lastModifiedBy>
  <cp:revision>2</cp:revision>
  <dcterms:created xsi:type="dcterms:W3CDTF">2013-01-27T09:14:16Z</dcterms:created>
  <dcterms:modified xsi:type="dcterms:W3CDTF">2026-03-11T19:29:26Z</dcterms:modified>
  <cp:category/>
</cp:coreProperties>
</file>